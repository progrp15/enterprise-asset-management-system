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609a2e82524e9d" /><Relationship Type="http://schemas.openxmlformats.org/officeDocument/2006/relationships/extended-properties" Target="/docProps/app.xml" Id="R10c04627626449a0" /><Relationship Type="http://schemas.openxmlformats.org/officeDocument/2006/relationships/officeDocument" Target="/ppt/presentation.xml" Id="R600a82e0ed2845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260a3b2a754a09"/>
  </p:sldMasterIdLst>
  <p:notesMasterIdLst>
    <p:notesMasterId xmlns:r="http://schemas.openxmlformats.org/officeDocument/2006/relationships" r:id="R82dced04fd4d4dfe"/>
  </p:notesMasterIdLst>
  <p:sldIdLst>
    <p:sldId xmlns:r="http://schemas.openxmlformats.org/officeDocument/2006/relationships" id="256" r:id="Rc184cf23486b4d09"/>
    <p:sldId xmlns:r="http://schemas.openxmlformats.org/officeDocument/2006/relationships" id="257" r:id="R050dd6f8f75c4468"/>
    <p:sldId xmlns:r="http://schemas.openxmlformats.org/officeDocument/2006/relationships" id="258" r:id="R2d80ef6a059649e2"/>
    <p:sldId xmlns:r="http://schemas.openxmlformats.org/officeDocument/2006/relationships" id="259" r:id="R020f07b48966424f"/>
    <p:sldId xmlns:r="http://schemas.openxmlformats.org/officeDocument/2006/relationships" id="260" r:id="R17def6e2f2254c34"/>
    <p:sldId xmlns:r="http://schemas.openxmlformats.org/officeDocument/2006/relationships" id="261" r:id="R6c858a9289954ffa"/>
    <p:sldId xmlns:r="http://schemas.openxmlformats.org/officeDocument/2006/relationships" id="262" r:id="R63d2833b1d1746de"/>
    <p:sldId xmlns:r="http://schemas.openxmlformats.org/officeDocument/2006/relationships" id="263" r:id="R13d069ecfcb14384"/>
    <p:sldId xmlns:r="http://schemas.openxmlformats.org/officeDocument/2006/relationships" id="264" r:id="Rd5adf98a7f094384"/>
    <p:sldId xmlns:r="http://schemas.openxmlformats.org/officeDocument/2006/relationships" id="265" r:id="R1f1a178b6fad4d5e"/>
    <p:sldId xmlns:r="http://schemas.openxmlformats.org/officeDocument/2006/relationships" id="266" r:id="R7edbe92516d94189"/>
    <p:sldId xmlns:r="http://schemas.openxmlformats.org/officeDocument/2006/relationships" id="267" r:id="R5c879f15c6fe41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5771c4494147e4" /><Relationship Type="http://schemas.openxmlformats.org/officeDocument/2006/relationships/slideMaster" Target="/ppt/slideMasters/slideMaster1.xml" Id="R69260a3b2a754a09" /><Relationship Type="http://schemas.openxmlformats.org/officeDocument/2006/relationships/notesMaster" Target="/ppt/notesMasters/notesMaster1.xml" Id="R82dced04fd4d4dfe" /><Relationship Type="http://schemas.openxmlformats.org/officeDocument/2006/relationships/presProps" Target="/ppt/presProps.xml" Id="R83b78cffa6844e6e" /><Relationship Type="http://schemas.openxmlformats.org/officeDocument/2006/relationships/tableStyles" Target="/ppt/tableStyles.xml" Id="Rec998e4a096a47bd" /><Relationship Type="http://schemas.openxmlformats.org/officeDocument/2006/relationships/slide" Target="/ppt/slides/slide1.xml" Id="Rc184cf23486b4d09" /><Relationship Type="http://schemas.openxmlformats.org/officeDocument/2006/relationships/slide" Target="/ppt/slides/slide2.xml" Id="R050dd6f8f75c4468" /><Relationship Type="http://schemas.openxmlformats.org/officeDocument/2006/relationships/slide" Target="/ppt/slides/slide3.xml" Id="R2d80ef6a059649e2" /><Relationship Type="http://schemas.openxmlformats.org/officeDocument/2006/relationships/slide" Target="/ppt/slides/slide4.xml" Id="R020f07b48966424f" /><Relationship Type="http://schemas.openxmlformats.org/officeDocument/2006/relationships/slide" Target="/ppt/slides/slide5.xml" Id="R17def6e2f2254c34" /><Relationship Type="http://schemas.openxmlformats.org/officeDocument/2006/relationships/slide" Target="/ppt/slides/slide6.xml" Id="R6c858a9289954ffa" /><Relationship Type="http://schemas.openxmlformats.org/officeDocument/2006/relationships/slide" Target="/ppt/slides/slide7.xml" Id="R63d2833b1d1746de" /><Relationship Type="http://schemas.openxmlformats.org/officeDocument/2006/relationships/slide" Target="/ppt/slides/slide8.xml" Id="R13d069ecfcb14384" /><Relationship Type="http://schemas.openxmlformats.org/officeDocument/2006/relationships/slide" Target="/ppt/slides/slide9.xml" Id="Rd5adf98a7f094384" /><Relationship Type="http://schemas.openxmlformats.org/officeDocument/2006/relationships/slide" Target="/ppt/slides/slide10.xml" Id="R1f1a178b6fad4d5e" /><Relationship Type="http://schemas.openxmlformats.org/officeDocument/2006/relationships/slide" Target="/ppt/slides/slide11.xml" Id="R7edbe92516d94189" /><Relationship Type="http://schemas.openxmlformats.org/officeDocument/2006/relationships/slide" Target="/ppt/slides/slide12.xml" Id="R5c879f15c6fe41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8df50289ae4a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d6e4520ea8473f" /><Relationship Type="http://schemas.openxmlformats.org/officeDocument/2006/relationships/notesMaster" Target="/ppt/notesMasters/notesMaster1.xml" Id="R1daa0239b14a49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8515482a1f402c" /><Relationship Type="http://schemas.openxmlformats.org/officeDocument/2006/relationships/notesMaster" Target="/ppt/notesMasters/notesMaster1.xml" Id="Re2564df441554b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c63c6d883a49c0" /><Relationship Type="http://schemas.openxmlformats.org/officeDocument/2006/relationships/notesMaster" Target="/ppt/notesMasters/notesMaster1.xml" Id="Reeb03e1fb2164a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1337c18a0446df" /><Relationship Type="http://schemas.openxmlformats.org/officeDocument/2006/relationships/notesMaster" Target="/ppt/notesMasters/notesMaster1.xml" Id="Rdcfef3708a6f49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7ee107f38547a6" /><Relationship Type="http://schemas.openxmlformats.org/officeDocument/2006/relationships/notesMaster" Target="/ppt/notesMasters/notesMaster1.xml" Id="R598caba28f5d44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e907d9c3ee4a8a" /><Relationship Type="http://schemas.openxmlformats.org/officeDocument/2006/relationships/notesMaster" Target="/ppt/notesMasters/notesMaster1.xml" Id="Rd16fd6b5930848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c1c579c5274821" /><Relationship Type="http://schemas.openxmlformats.org/officeDocument/2006/relationships/notesMaster" Target="/ppt/notesMasters/notesMaster1.xml" Id="R149330a5a4ca4d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1147c84adc40fe" /><Relationship Type="http://schemas.openxmlformats.org/officeDocument/2006/relationships/notesMaster" Target="/ppt/notesMasters/notesMaster1.xml" Id="R2d5ffb5ac58744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8ecfc3fb724716" /><Relationship Type="http://schemas.openxmlformats.org/officeDocument/2006/relationships/notesMaster" Target="/ppt/notesMasters/notesMaster1.xml" Id="R2c71d73066fb42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814f9da6be4985" /><Relationship Type="http://schemas.openxmlformats.org/officeDocument/2006/relationships/notesMaster" Target="/ppt/notesMasters/notesMaster1.xml" Id="Rcd7b1158522d4d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ab96d679044378" /><Relationship Type="http://schemas.openxmlformats.org/officeDocument/2006/relationships/notesMaster" Target="/ppt/notesMasters/notesMaster1.xml" Id="R504938c0c80b44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3268d0eb454196" /><Relationship Type="http://schemas.openxmlformats.org/officeDocument/2006/relationships/notesMaster" Target="/ppt/notesMasters/notesMaster1.xml" Id="Rc24a077a5a664c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AssetFlow_Presentation_Simple.pptx (source template and existing content).</a:t>
            </a:r>
          </a:p>
          <a:p xmlns:a="http://schemas.openxmlformats.org/drawingml/2006/main">
            <a:r>
              <a:t>- architecture diagram.pptx (architecture and workflow reference).</a:t>
            </a:r>
          </a:p>
          <a:p xmlns:a="http://schemas.openxmlformats.org/drawingml/2006/main">
            <a:r>
              <a:t>- Local AssetFlow project source code (implementation reference).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08855a5a34a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bffd136acd4ee1" /><Relationship Type="http://schemas.openxmlformats.org/officeDocument/2006/relationships/slideLayout" Target="/ppt/slideLayouts/slideLayout1.xml" Id="R13b2226dbd1b4d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b2226dbd1b4d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74ffa6c844e6a" /><Relationship Type="http://schemas.openxmlformats.org/officeDocument/2006/relationships/notesSlide" Target="/ppt/notesSlides/notesSlide1.xml" Id="Rc56bc585dc694e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f8c14d68f4574" /><Relationship Type="http://schemas.openxmlformats.org/officeDocument/2006/relationships/notesSlide" Target="/ppt/notesSlides/notesSlide2.xml" Id="R0dc7d65259624c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75526d7d74453" /><Relationship Type="http://schemas.openxmlformats.org/officeDocument/2006/relationships/notesSlide" Target="/ppt/notesSlides/notesSlide3.xml" Id="Rc0114475c6d445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6bd9dfb144d95" /><Relationship Type="http://schemas.openxmlformats.org/officeDocument/2006/relationships/notesSlide" Target="/ppt/notesSlides/notesSlide4.xml" Id="R8a51465165d34e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8c1096f6047d0" /><Relationship Type="http://schemas.openxmlformats.org/officeDocument/2006/relationships/notesSlide" Target="/ppt/notesSlides/notesSlide5.xml" Id="R5ac4d3f4ed9b42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f74b4cbd64af0" /><Relationship Type="http://schemas.openxmlformats.org/officeDocument/2006/relationships/notesSlide" Target="/ppt/notesSlides/notesSlide6.xml" Id="Ra459409ea5d546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c3da7313948df" /><Relationship Type="http://schemas.openxmlformats.org/officeDocument/2006/relationships/notesSlide" Target="/ppt/notesSlides/notesSlide7.xml" Id="Rcdd4d455ac8941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df68f4db6437d" /><Relationship Type="http://schemas.openxmlformats.org/officeDocument/2006/relationships/notesSlide" Target="/ppt/notesSlides/notesSlide8.xml" Id="Rc2cd6fefa63f47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8fbb3e5b64046" /><Relationship Type="http://schemas.openxmlformats.org/officeDocument/2006/relationships/notesSlide" Target="/ppt/notesSlides/notesSlide9.xml" Id="R8bbdcbd8c35f4c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94806d708459a" /><Relationship Type="http://schemas.openxmlformats.org/officeDocument/2006/relationships/notesSlide" Target="/ppt/notesSlides/notesSlide10.xml" Id="R8316ea0cda314f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a907a96c24a32" /><Relationship Type="http://schemas.openxmlformats.org/officeDocument/2006/relationships/notesSlide" Target="/ppt/notesSlides/notesSlide11.xml" Id="Re9ca46fd082d46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a9f2f69274249" /><Relationship Type="http://schemas.openxmlformats.org/officeDocument/2006/relationships/notesSlide" Target="/ppt/notesSlides/notesSlide12.xml" Id="R20582702fc744c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10876-1B7E-40BC-A069-6DB6381F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03DE1-E8F6-4E9A-B9BC-26784577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EB7FF"/>
                </a:solidFill>
              </a:defRPr>
            </a:pPr>
            <a:r>
              <a:rPr sz="1350" b="1">
                <a:solidFill>
                  <a:srgbClr val="AEB7FF"/>
                </a:solidFill>
              </a:rPr>
              <a:t>ASSETFLOW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C0324-8C72-4B2E-B9FC-52C6A587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Enterprise asset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management made simple.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DC4D2-1D54-4494-92EF-7FA922C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CFD7E8"/>
                </a:solidFill>
              </a:defRPr>
            </a:pPr>
            <a:r>
              <a:rPr sz="1725" b="0">
                <a:solidFill>
                  <a:srgbClr val="CFD7E8"/>
                </a:solidFill>
              </a:rPr>
              <a:t>A secure system to manage company assets from purchase to return.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C2DC4-3DA6-48A2-8D23-6209AC4C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A6B6"/>
                </a:solidFill>
              </a:defRPr>
            </a:pPr>
            <a:r>
              <a:rPr sz="1500" b="1">
                <a:solidFill>
                  <a:srgbClr val="16A6B6"/>
                </a:solidFill>
              </a:rPr>
              <a:t>React  •  Spring Boot  • 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4BD52-CDB8-4A87-92DE-07ABB3AD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EB7FF"/>
                </a:solidFill>
              </a:defRPr>
            </a:pPr>
            <a:r>
              <a:rPr sz="1200" b="1">
                <a:solidFill>
                  <a:srgbClr val="AEB7FF"/>
                </a:solidFill>
              </a:rPr>
              <a:t>College project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FE714-FA16-4755-97E7-03CB5BC8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2571750" cy="30480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7233F"/>
          </a:solidFill>
          <a:ln xmlns:a="http://schemas.openxmlformats.org/drawingml/2006/main" w="9525">
            <a:solidFill>
              <a:srgbClr val="2D3B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CF3BF-09DC-496E-8102-7A2E055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6B6"/>
                </a:solidFill>
              </a:defRPr>
            </a:pPr>
            <a:r>
              <a:rPr sz="1650" b="1">
                <a:solidFill>
                  <a:srgbClr val="16A6B6"/>
                </a:solidFill>
              </a:rPr>
              <a:t>THE ASSET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6A6B6"/>
                </a:solidFill>
              </a:defRPr>
            </a:pPr>
            <a:r>
              <a:rPr sz="1650" b="1">
                <a:solidFill>
                  <a:srgbClr val="16A6B6"/>
                </a:solidFill>
              </a:rPr>
              <a:t>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723B4-8781-408D-A59D-19C40942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52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Buy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Assign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Maintain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768046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DDD81-48FB-4493-B900-34E00B2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1.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89927-36C2-4F6E-AB63-0F0F214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The problem and 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D0C97-BF86-4871-AFDB-2E2FE891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7302A-C195-4436-B8A6-206D3EE2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5EDFC-31E3-430D-9BFB-0E3E5EA8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D63FF"/>
                </a:solidFill>
              </a:defRPr>
            </a:pPr>
            <a:r>
              <a:rPr sz="1950" b="1">
                <a:solidFill>
                  <a:srgbClr val="6D63FF"/>
                </a:solidFill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C8B80-D93B-4765-9E79-7990C3FC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63FF"/>
                </a:solidFill>
              </a:defRPr>
            </a:pPr>
            <a:r>
              <a:rPr sz="1650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1EA0B-E029-410F-82D9-C079EBD3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Asset records are scattered.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57955-DEDB-4D71-8DB0-AFCACED7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63FF"/>
                </a:solidFill>
              </a:defRPr>
            </a:pPr>
            <a:r>
              <a:rPr sz="1650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8F405-D3B9-49CA-8196-6E0E087D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Approvals are hard to follow.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8402E-5D6A-4505-B84E-E8CE919E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63FF"/>
                </a:solidFill>
              </a:defRPr>
            </a:pPr>
            <a:r>
              <a:rPr sz="1650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0B6F4-F03B-484C-BE6E-45B257C1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Employees need an easy request 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BC095-5771-48C8-AFAC-BCDE68F6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74AF5-B2AE-4F1E-A83C-C1046DB0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193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Our 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8E626-287E-4D94-AEF7-8F77045B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34671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One secure workspace for assets, people, requests, maintenance, and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4FDC2-E588-4719-AEEC-08779A57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574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0EB6-E2F3-4BA6-89B8-627F037C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4D8A5-4345-406E-A818-442C16B1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352118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8B1BD-317B-4052-A8A5-3BB0E593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2. USERS AND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D0B26-4F05-4D98-A12C-97BD0585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Each role sees only what it needs.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EF367-E3A3-48DD-9C85-081EF92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3A8C7-0C3B-4CED-94C1-209C12BD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607C9-0CF4-40E7-A4D3-71CE9509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F5AED-DAFD-4566-B938-D9673527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Super 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706CB-D3D8-4490-8B0E-5C8490B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609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Creates companies.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Manages the platform.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Cannot manage company 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2FC2B-CA6B-407C-9EFC-E03F73BF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BDC80-8AE4-4C66-B538-FA20DF76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04258-16CC-495E-8851-63C242F4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66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Company 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EA937-B0CD-40AB-A849-60483CD6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81300"/>
            <a:ext cx="2609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Manages one company.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Creates employees and assets.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Approves lifecycle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240ED-6E76-4684-80BC-B2EE1B9C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051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13617-F1BD-4CF7-8F3D-60780B6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F3FD1-C3DF-4293-9A75-134E98C3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Employee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51E59-FCDB-4609-AD60-18C41B92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609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Sees own assets.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Requests or returns assets.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Reports maintenance issues.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64FCC-1535-4949-B987-695C5CC7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C3AAD-464C-4DB4-A3A0-3258B85A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C252D-EA7F-430F-AF45-DA740D8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713564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00986-CF7E-4A9D-9DD6-B464C2E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3. PROJECT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79500-0DD7-4EFF-9912-332B7716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A clear path from user action to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B8D07-0424-4ED4-8A75-AB089122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ED497-4C89-4502-924C-56A1C807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01047-2A93-4478-BCE2-D0658053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6D6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2244D-F911-4BE5-AD5C-38036F3A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1430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6D6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60B2D-D5AC-4BA3-96C0-E3A785E8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95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6D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89603-3760-455A-8BAC-580DD322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2381250"/>
            <a:ext cx="114300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6D6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E1BEE-5C32-4AF8-A09D-6188F397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solidFill>
              <a:srgbClr val="6D6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D7C55-07CF-4A73-B09F-2867326A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C6B08-5B5B-4029-985C-C3DCD9D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React
Front 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5CF8C-1EF3-48A8-8116-18C3CA09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EBDF4-D579-4237-9965-B47D5AE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95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API
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48606-BAEE-42B6-85D0-AB9A77B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7A6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4EF65-28C8-473F-B66B-51333104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Discovery
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B20D3-AC38-4511-B671-A00A0F6F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31D8B-EA28-432A-A2B0-82249EC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Business
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DA0D2-097A-4666-84BC-A2607E1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C6D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1DCFE-C23B-4974-AA20-EDC1C0CC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MySQL
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748E7-801D-4D68-8A3D-7A012BF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C6D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D02D9-2524-4881-959B-15542AB7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57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Notifications
+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32F4B-DAD7-498A-BB78-5DFB45B9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748D"/>
                </a:solidFill>
              </a:defRPr>
            </a:pPr>
            <a:r>
              <a:rPr sz="1650" b="1">
                <a:solidFill>
                  <a:srgbClr val="66748D"/>
                </a:solidFill>
              </a:rPr>
              <a:t>JWT security · Tenant isolation · Audit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51A5F-6002-496A-BD45-C8AC7A7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D112F-369E-49EC-A939-63F42E8B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  <p:cxnSp>
        <p:nvCxnSpPr>
          <p:cNvPr id="5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76500" y="30480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63FF"/>
            </a:solidFill>
            <a:prstDash val="solid"/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5334000" y="2381250"/>
            <a:ext cx="11430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D63FF"/>
            </a:solidFill>
            <a:prstDash val="solid"/>
            <a:headEnd type="arrow" w="sm" len="sm"/>
          </a:ln>
        </p:spPr>
      </p:cxnSp>
      <p:cxnSp>
        <p:nvCxnSpPr>
          <p:cNvPr id="57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7334250" y="28575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63FF"/>
            </a:solidFill>
            <a:prstDash val="solid"/>
            <a:headEnd type="arrow" w="sm" len="sm"/>
          </a:ln>
        </p:spPr>
      </p:cxnSp>
      <p:cxnSp>
        <p:nvCxnSpPr>
          <p:cNvPr id="58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8191500" y="2381250"/>
            <a:ext cx="11430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D63FF"/>
            </a:solidFill>
            <a:prstDash val="solid"/>
            <a:headEnd type="arrow" w="sm" len="sm"/>
          </a:ln>
        </p:spPr>
      </p:cxnSp>
      <p:cxnSp>
        <p:nvCxnSpPr>
          <p:cNvPr id="59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91500" y="38100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63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030288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E2B514-3070-4736-9D8F-8040E42C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4. BUSINESS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EA010-A993-40D7-A030-7082B153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The asset lifecycle in one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5756B-4DF3-4ACA-A339-5B41BA0C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816DF-FB24-4C9F-A9C0-2E8A5730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2C2FC-6F64-4101-B55B-DBFC4E84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ABBEE-98C7-4BB0-956C-787B74FE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Company
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E60CF-114E-45BA-845C-E9173149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FBAEB-C35E-43DD-A0A2-C203BBEB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2F084-E9A7-45F3-988C-820F6BEE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People
&amp;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E01A0-53F3-4568-9A2E-24828A68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A1308-5403-49BD-9A71-255BA51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692F0-F2AE-4FCF-9B6B-23F211F6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Purchase
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446B3-C234-4A35-949C-F0CADCC9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E8BF5-ECD5-47E8-A250-3FE9F40A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A16BD-65A8-4EA9-B8E8-840B1CC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Create
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39A03-D9BB-41A8-AC07-C3D002BC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975FA-1CE5-4F84-AAD4-075DA64C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6BAD5-2B61-416B-AF92-C95248B1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Allocate
asset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E7AF0-B5DD-4078-924E-49F43132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F8CF9-9CE9-449D-B4A8-017F7403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3E613-FEC7-4C87-99F7-92F93238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Maintain /
transfer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82617-9009-46A9-B1F9-061AF9BC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DDDD2-6AFD-4507-BA62-1039722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80C6C-4CFE-455C-896C-55E02CAD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Return &amp;
reuse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28897-CD67-4B2E-A776-0F9EC1A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Each step updates status, creates a notification, and records an audit log.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1163A-0C6C-439C-AD24-6F668EC1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FC1C8-92DC-47EB-A778-A5FA9AFF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006982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5A8D0-8B54-4FB7-8D74-53E850C5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5. FRONTEND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ADB31-2263-4D21-8328-07313CD2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A request follows one clear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42DDB-B642-431C-8548-0FFF3047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2BC71-A582-4813-9B89-82284D8E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00FF4-790E-4697-BB8D-8566273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14ABA-17F2-4451-8474-DFF7A23E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1. User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118E1-7C74-49E1-9D8F-A4470D46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 user submits a 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EE577-884B-42E4-A737-84110E38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4587-E490-4F5F-9531-023D61C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2F9C2-3594-430F-93E2-35A51C16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2. 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8982F-E732-4EAA-9504-8D416A5B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React checks the input.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DAFCC-A2FB-453A-8223-9190B002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3086A-4AE4-4A58-AA55-D8AD44B8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D61EC-E618-4D84-BD3A-DFEE29BD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3. API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2C900-DBAD-4DBF-A015-100DA08F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The request is routed to the correct service.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605E8-3252-44BA-9104-17651DE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2A7E9-6CB6-4638-B1D0-DBD0056E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01C4D-FD91-4CA2-A027-68DCFE88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4. Service + 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07D6B-3C5C-4E58-ACEA-0AE7DF0B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The service updates MySQL and returns a result.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0E1B7-B983-4D7A-A910-84D17E52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8FCDD-D4A0-4974-8443-1C53ECF0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The page refreshes and shows a clear success or error message.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718E3-C1DF-4790-8249-E3EB4188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443FA-366D-421E-841F-236B8183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845889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09449-B8C3-4961-BEBC-73C0C08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6. MY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A2C80-82FB-40EE-8E22-EDAA85B1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My .NET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89DA6-956E-4267-8AC5-C0B51A9E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74378-00CB-4BEB-8A5E-6C4755DC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04641-ABE8-4DE4-8020-A6D7A71F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1118F-A4CA-4A14-B64E-BFA19ABE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Built Asset and Company services in .NET.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E042B-E21C-4053-8A57-32A7CB75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7BFD5-9CEA-463F-B8B6-0AE92FF0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Added CRUD APIs for core business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92DA9-1315-4357-8BC4-C227935A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AF308-A87F-4D32-8A6A-4D0617DB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Implemented allocation, transfer, return, repair, and request 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E333D-3F17-46E4-ABAF-2D24C3AA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15137-4B77-47F0-A2F8-A1A5AD1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Added tenant checks, audit logs, and notifications.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5C4F7-2748-4B9A-A462-2921BF3D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FA126-7B0C-410A-A8FE-752540AE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Connected services to MySQL with Entity Framework.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6C563-CF5B-4176-A54F-33FDD052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FB85B-2D63-4BF4-8B90-C4040B89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585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6AE73-EBC5-4B21-9477-A504B26D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7. PROJECT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8A4E1-D272-4BEE-92CB-34FB0367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We built the project in three simple phases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B4A9D-B57B-49F3-8FE6-145016F9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34FFC-FDDC-4818-BC89-4B8CD8E8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9FCA7-CAAF-4596-BFC1-5EEA9587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952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DD597-4DFE-49EE-A5FA-4E07E7FA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Phase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E1F39-A786-4DF3-9233-94F4CBA3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2419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Architecture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Database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Login and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BED1C-F8FA-4D85-976A-AF629BB6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1BCC2-8EB2-4FCC-9C30-641D3540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75799-20D3-4DFE-BA35-1107F18B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622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9445A-4D34-4DCC-B800-1A0BDA7E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76550"/>
            <a:ext cx="2419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Companies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Employees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Basic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81CD2-353B-492D-B4DE-CBCD40BA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2773C-0893-4B4E-AF7D-2C619120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952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AD5F4-103E-4986-83F0-B5A46554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Phase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AFADA-23F7-4F9D-A93E-AA367764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419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Assets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Lifecycle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Reports and testing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69F59-2353-4B52-BBDA-D3DB2541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53F87-6CE8-43DE-BA9E-1BF3D3D1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Plan → Build → Test → Improve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C78C7-A7AF-46E9-9263-81BDF077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505F5-60F9-40BC-85F3-45C3F4F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8843723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267FC-C4FB-4591-8ED2-A36AD445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8. TESTING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4C192-9F72-462B-BEA9-6A7E726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We tested the flow from database to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65D92-7D18-4389-B610-3F678EE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FA2D0-91F4-452A-8FE1-EE99F49F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4A3F5-F7BD-47D4-8CAC-1CB8469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0C89F-CF43-404C-9968-890B1909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F9DAA-9758-4C5B-92E4-5E3100DC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Maven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Frontend build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ESLint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7DE87-0493-4B76-9295-749C606C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1E7BE-ABAA-496A-9306-10063991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9231B-036C-4E82-AEDD-9A7E7B7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62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B5BAD-6C15-4A43-AA9C-B6BF593A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765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Login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CRUD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Tenant isolation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4993B-313B-4990-8A38-8291D38D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4683E-DE5B-4C64-978C-0E24625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38404-E75C-45F7-A57D-876C9877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BROWSER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96F4D-57FB-46E6-893E-18930B8D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Admin login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Employee login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6CA3F-62A1-4EA5-AA7E-765A1ED5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D865D-741E-43FB-B8D6-8CE129CD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47875" cy="209550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2EB05-3744-427A-A710-36F2C9F6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362200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LIFECYCLE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B4CEF-F79E-4899-85B6-B7862DBB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76550"/>
            <a:ext cx="1514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Allocate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Transfer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EEEE3-6351-40F5-9344-D32008BB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4872F-79C6-43DA-BC61-CAC3BBF6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Core business flows were verified end to 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F0240-B19E-413E-8D1A-5AA36A0C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7F33F-A2E4-4C73-B02B-C6D638A7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3360316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3F729-42AC-4C79-938C-599F2E7F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9. FUTURE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10E23-F447-4B34-A950-DEE55E8E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Next improvements for production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36EE5-F7E2-411D-A385-0D3886D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9D546-D937-4AD0-9E8F-7577F5D3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22051-15F6-42C8-B48E-F7048E76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36FCE-8B9D-45AE-BF23-488EDBA9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Docker and CI/CD deployment.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12808-2BAB-44AB-A212-AF5BF83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3D0FD-47E6-4CD5-A135-60B75DDC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Monitoring, backups, and alerts.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D9052-E3EA-4844-90BE-72400AC8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E573B-3F5A-40A9-83F4-B66ED519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Performance testing with more users.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58995-66D7-4A47-ADB7-49A2B86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8F5C7-6813-44B4-9CAC-E3C892EF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Live Gemini responses with a secured API key.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84CAC-28F5-4897-AFC0-E4838D26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F6C41-82DD-4D4D-BE31-8C792DD6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Scheduled reports and email reminders.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F5F1C-43BE-4AEE-ABF2-9042DF2F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14C88-6346-4869-BFCE-FF927B6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591600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7AFCA-C3F2-4A2D-9C5B-C5AB3944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10. LESSONS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ACFC6-FE5B-4104-96A6-BF48F6CA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Key lessons from the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1F229-E926-40AE-8026-CF9F4C5A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4A5CB-64FC-49C3-9919-04EA010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A759A-8724-4BD3-954C-15F7C1B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7443C-8326-402E-A31F-EC34176A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Clear API contracts keep services connected.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D2E18-A776-429C-9D88-BD8EEEFA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43197-DFC8-484A-8F03-6EC60BAB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Security belongs in every backend service.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19AE0-83FB-48CF-9C9F-AAD5330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75E80-BE11-4263-BBC4-A2D91713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 feature is complete only when the full flow works.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3BEE2-14DF-451F-9F88-D144F18E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EFCC9-B304-40F9-845D-68DB07FD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Automated tests make changes safer.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585DC-24CC-4389-841C-F67C484B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E7E63-7D88-48D7-86E2-904C2A08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Teamwork and debugging are essential.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FE25F-984F-4EB7-9EB9-242C9E60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EA228-1794-4B76-BC18-A6C67A71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8323701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B8A71-3BA0-4E00-84C5-3343D1FC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06B29-C9C2-456D-A286-5A49BC0C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AEB7FF"/>
                </a:solidFill>
              </a:defRPr>
            </a:pPr>
            <a:r>
              <a:rPr sz="2250" b="1">
                <a:solidFill>
                  <a:srgbClr val="AEB7FF"/>
                </a:solidFill>
              </a:rPr>
              <a:t>AssetFlow keeps every asset visible, secure, and accountable.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8C775-8747-4725-8805-0ADFFEF9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D8E0F2"/>
                </a:solidFill>
              </a:defRPr>
            </a:pPr>
            <a:r>
              <a:rPr sz="2100" b="0">
                <a:solidFill>
                  <a:srgbClr val="D8E0F2"/>
                </a:solidFill>
              </a:rPr>
              <a:t>Questions?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8D27C-F4F2-4832-A655-DE4A4F0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6B6"/>
                </a:solidFill>
              </a:defRPr>
            </a:pPr>
            <a:r>
              <a:rPr sz="1350" b="1">
                <a:solidFill>
                  <a:srgbClr val="16A6B6"/>
                </a:solidFill>
              </a:rPr>
              <a:t>React · Spring Boot · .NET · MySQL</a:t>
            </a:r>
          </a:p>
        </p:txBody>
      </p:sp>
    </p:spTree>
    <p:extLst>
      <p:ext uri="{BB962C8B-B14F-4D97-AF65-F5344CB8AC3E}">
        <p14:creationId xmlns:p14="http://schemas.microsoft.com/office/powerpoint/2010/main" val="88285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2026-08-07T08:58:43.5870000Z</dcterms:created>
  <dcterms:modified xsi:type="dcterms:W3CDTF">2026-08-07T08:58:43.5870000Z</dcterms:modified>
</coreProperties>
</file>