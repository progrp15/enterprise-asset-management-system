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b939444c640e4" /><Relationship Type="http://schemas.openxmlformats.org/officeDocument/2006/relationships/extended-properties" Target="/docProps/app.xml" Id="R48e4017cd4dd4da8" /><Relationship Type="http://schemas.openxmlformats.org/officeDocument/2006/relationships/officeDocument" Target="/ppt/presentation.xml" Id="R259cc3c75367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ddd966b5a4749"/>
  </p:sldMasterIdLst>
  <p:notesMasterIdLst>
    <p:notesMasterId xmlns:r="http://schemas.openxmlformats.org/officeDocument/2006/relationships" r:id="R337b321e62474fe4"/>
  </p:notesMasterIdLst>
  <p:sldIdLst>
    <p:sldId xmlns:r="http://schemas.openxmlformats.org/officeDocument/2006/relationships" id="256" r:id="R65f4d0e2011c43ae"/>
    <p:sldId xmlns:r="http://schemas.openxmlformats.org/officeDocument/2006/relationships" id="257" r:id="R600fdb5997d241ad"/>
    <p:sldId xmlns:r="http://schemas.openxmlformats.org/officeDocument/2006/relationships" id="258" r:id="R744f29b180ac4da3"/>
    <p:sldId xmlns:r="http://schemas.openxmlformats.org/officeDocument/2006/relationships" id="259" r:id="Rde827151fa7a47b0"/>
    <p:sldId xmlns:r="http://schemas.openxmlformats.org/officeDocument/2006/relationships" id="260" r:id="Re9701c8e37014ee0"/>
    <p:sldId xmlns:r="http://schemas.openxmlformats.org/officeDocument/2006/relationships" id="261" r:id="Rd2b32cc1a396413e"/>
    <p:sldId xmlns:r="http://schemas.openxmlformats.org/officeDocument/2006/relationships" id="262" r:id="Rc46414e02060440b"/>
    <p:sldId xmlns:r="http://schemas.openxmlformats.org/officeDocument/2006/relationships" id="263" r:id="R903f44adfa2943f7"/>
    <p:sldId xmlns:r="http://schemas.openxmlformats.org/officeDocument/2006/relationships" id="264" r:id="R7be53b6b4d474de3"/>
    <p:sldId xmlns:r="http://schemas.openxmlformats.org/officeDocument/2006/relationships" id="265" r:id="Rb1240b78bf554028"/>
    <p:sldId xmlns:r="http://schemas.openxmlformats.org/officeDocument/2006/relationships" id="266" r:id="R531cacef16554a06"/>
    <p:sldId xmlns:r="http://schemas.openxmlformats.org/officeDocument/2006/relationships" id="267" r:id="Ra8be9e37f30a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c0cef2bec4289" /><Relationship Type="http://schemas.openxmlformats.org/officeDocument/2006/relationships/slideMaster" Target="/ppt/slideMasters/slideMaster1.xml" Id="Rad1ddd966b5a4749" /><Relationship Type="http://schemas.openxmlformats.org/officeDocument/2006/relationships/notesMaster" Target="/ppt/notesMasters/notesMaster1.xml" Id="R337b321e62474fe4" /><Relationship Type="http://schemas.openxmlformats.org/officeDocument/2006/relationships/presProps" Target="/ppt/presProps.xml" Id="R6a86a8f7ac0441ea" /><Relationship Type="http://schemas.openxmlformats.org/officeDocument/2006/relationships/tableStyles" Target="/ppt/tableStyles.xml" Id="Rc7b56d7f6d934c82" /><Relationship Type="http://schemas.openxmlformats.org/officeDocument/2006/relationships/slide" Target="/ppt/slides/slide1.xml" Id="R65f4d0e2011c43ae" /><Relationship Type="http://schemas.openxmlformats.org/officeDocument/2006/relationships/slide" Target="/ppt/slides/slide2.xml" Id="R600fdb5997d241ad" /><Relationship Type="http://schemas.openxmlformats.org/officeDocument/2006/relationships/slide" Target="/ppt/slides/slide3.xml" Id="R744f29b180ac4da3" /><Relationship Type="http://schemas.openxmlformats.org/officeDocument/2006/relationships/slide" Target="/ppt/slides/slide4.xml" Id="Rde827151fa7a47b0" /><Relationship Type="http://schemas.openxmlformats.org/officeDocument/2006/relationships/slide" Target="/ppt/slides/slide5.xml" Id="Re9701c8e37014ee0" /><Relationship Type="http://schemas.openxmlformats.org/officeDocument/2006/relationships/slide" Target="/ppt/slides/slide6.xml" Id="Rd2b32cc1a396413e" /><Relationship Type="http://schemas.openxmlformats.org/officeDocument/2006/relationships/slide" Target="/ppt/slides/slide7.xml" Id="Rc46414e02060440b" /><Relationship Type="http://schemas.openxmlformats.org/officeDocument/2006/relationships/slide" Target="/ppt/slides/slide8.xml" Id="R903f44adfa2943f7" /><Relationship Type="http://schemas.openxmlformats.org/officeDocument/2006/relationships/slide" Target="/ppt/slides/slide9.xml" Id="R7be53b6b4d474de3" /><Relationship Type="http://schemas.openxmlformats.org/officeDocument/2006/relationships/slide" Target="/ppt/slides/slide10.xml" Id="Rb1240b78bf554028" /><Relationship Type="http://schemas.openxmlformats.org/officeDocument/2006/relationships/slide" Target="/ppt/slides/slide11.xml" Id="R531cacef16554a06" /><Relationship Type="http://schemas.openxmlformats.org/officeDocument/2006/relationships/slide" Target="/ppt/slides/slide12.xml" Id="Ra8be9e37f30a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72e5e0409a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286908c0c489e" /><Relationship Type="http://schemas.openxmlformats.org/officeDocument/2006/relationships/notesMaster" Target="/ppt/notesMasters/notesMaster1.xml" Id="R722e54916bf047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05df87e0e467b" /><Relationship Type="http://schemas.openxmlformats.org/officeDocument/2006/relationships/notesMaster" Target="/ppt/notesMasters/notesMaster1.xml" Id="R3bfa9066cda4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f7e1034b341fb" /><Relationship Type="http://schemas.openxmlformats.org/officeDocument/2006/relationships/notesMaster" Target="/ppt/notesMasters/notesMaster1.xml" Id="R5e5a9f8ede1149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01f21a30aa4198" /><Relationship Type="http://schemas.openxmlformats.org/officeDocument/2006/relationships/notesMaster" Target="/ppt/notesMasters/notesMaster1.xml" Id="R197f6246741e42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6d33b21a24bb4" /><Relationship Type="http://schemas.openxmlformats.org/officeDocument/2006/relationships/notesMaster" Target="/ppt/notesMasters/notesMaster1.xml" Id="R2af09fb792034a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32011dde04cb3" /><Relationship Type="http://schemas.openxmlformats.org/officeDocument/2006/relationships/notesMaster" Target="/ppt/notesMasters/notesMaster1.xml" Id="Rc6a7f228d012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fa72825e634e7f" /><Relationship Type="http://schemas.openxmlformats.org/officeDocument/2006/relationships/notesMaster" Target="/ppt/notesMasters/notesMaster1.xml" Id="R88956190397e44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a9a023534424d" /><Relationship Type="http://schemas.openxmlformats.org/officeDocument/2006/relationships/notesMaster" Target="/ppt/notesMasters/notesMaster1.xml" Id="R919ae169b56a40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d5f9f0438a4985" /><Relationship Type="http://schemas.openxmlformats.org/officeDocument/2006/relationships/notesMaster" Target="/ppt/notesMasters/notesMaster1.xml" Id="R3584aa0b70344d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f1c7b005754e4c" /><Relationship Type="http://schemas.openxmlformats.org/officeDocument/2006/relationships/notesMaster" Target="/ppt/notesMasters/notesMaster1.xml" Id="R1e8a8975ec8944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51bfcaf5294a65" /><Relationship Type="http://schemas.openxmlformats.org/officeDocument/2006/relationships/notesMaster" Target="/ppt/notesMasters/notesMaster1.xml" Id="R5353153163b142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a6a3d6838a480b" /><Relationship Type="http://schemas.openxmlformats.org/officeDocument/2006/relationships/notesMaster" Target="/ppt/notesMasters/notesMaster1.xml" Id="R8cff787b0be5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334d748be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7d37164e9422e" /><Relationship Type="http://schemas.openxmlformats.org/officeDocument/2006/relationships/slideLayout" Target="/ppt/slideLayouts/slideLayout1.xml" Id="Rc94a4552206a44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4a4552206a44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c4f69ab6b4f9f" /><Relationship Type="http://schemas.openxmlformats.org/officeDocument/2006/relationships/notesSlide" Target="/ppt/notesSlides/notesSlide1.xml" Id="R9f911e5a89ca44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b7f442e504d21" /><Relationship Type="http://schemas.openxmlformats.org/officeDocument/2006/relationships/notesSlide" Target="/ppt/notesSlides/notesSlide2.xml" Id="R5ec2148ed51c4f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e9e88fca24dd5" /><Relationship Type="http://schemas.openxmlformats.org/officeDocument/2006/relationships/notesSlide" Target="/ppt/notesSlides/notesSlide3.xml" Id="R12f3291f80ea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5f027bd3545af" /><Relationship Type="http://schemas.openxmlformats.org/officeDocument/2006/relationships/notesSlide" Target="/ppt/notesSlides/notesSlide4.xml" Id="R7de1d95cd85b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a9571aa87426f" /><Relationship Type="http://schemas.openxmlformats.org/officeDocument/2006/relationships/notesSlide" Target="/ppt/notesSlides/notesSlide5.xml" Id="Rc195eaf3db6a43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70b5da2d34eaf" /><Relationship Type="http://schemas.openxmlformats.org/officeDocument/2006/relationships/notesSlide" Target="/ppt/notesSlides/notesSlide6.xml" Id="R8462bb43f1d041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1f8c0755a42ca" /><Relationship Type="http://schemas.openxmlformats.org/officeDocument/2006/relationships/notesSlide" Target="/ppt/notesSlides/notesSlide7.xml" Id="R35c5d6cb8db948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67a7ddc2c486e" /><Relationship Type="http://schemas.openxmlformats.org/officeDocument/2006/relationships/notesSlide" Target="/ppt/notesSlides/notesSlide8.xml" Id="R9e582e03a52248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70a4a8683440b" /><Relationship Type="http://schemas.openxmlformats.org/officeDocument/2006/relationships/notesSlide" Target="/ppt/notesSlides/notesSlide9.xml" Id="R41b99047c604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c51b1c6b04a4b" /><Relationship Type="http://schemas.openxmlformats.org/officeDocument/2006/relationships/notesSlide" Target="/ppt/notesSlides/notesSlide10.xml" Id="R136740136c214c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c6ee1b09c4ceb" /><Relationship Type="http://schemas.openxmlformats.org/officeDocument/2006/relationships/notesSlide" Target="/ppt/notesSlides/notesSlide11.xml" Id="Rbaf6e6ae4a0c4b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9ab9e18a14cca" /><Relationship Type="http://schemas.openxmlformats.org/officeDocument/2006/relationships/notesSlide" Target="/ppt/notesSlides/notesSlide12.xml" Id="Rccf22dc880f547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0876-1B7E-40BC-A069-6DB6381F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03DE1-E8F6-4E9A-B9BC-2678457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EB7FF"/>
                </a:solidFill>
              </a:defRPr>
            </a:pPr>
            <a:r>
              <a:rPr sz="1350" b="1">
                <a:solidFill>
                  <a:srgbClr val="AEB7FF"/>
                </a:solidFill>
              </a:rPr>
              <a:t>ASSETFLOW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C0324-8C72-4B2E-B9FC-52C6A587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Enterprise asset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management made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DC4D2-1D54-4494-92EF-7FA922C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FD7E8"/>
                </a:solidFill>
              </a:defRPr>
            </a:pPr>
            <a:r>
              <a:rPr sz="1725" b="0">
                <a:solidFill>
                  <a:srgbClr val="CFD7E8"/>
                </a:solidFill>
              </a:rPr>
              <a:t>A secure system to manage company assets from purchase to return.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C2DC4-3DA6-48A2-8D23-6209AC4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A6B6"/>
                </a:solidFill>
              </a:defRPr>
            </a:pPr>
            <a:r>
              <a:rPr sz="1500" b="1">
                <a:solidFill>
                  <a:srgbClr val="16A6B6"/>
                </a:solidFill>
              </a:rPr>
              <a:t>React  •  Spring Boot  • 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4BD52-CDB8-4A87-92DE-07ABB3A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EB7FF"/>
                </a:solidFill>
              </a:defRPr>
            </a:pPr>
            <a:r>
              <a:rPr sz="1200" b="1">
                <a:solidFill>
                  <a:srgbClr val="AEB7FF"/>
                </a:solidFill>
              </a:rPr>
              <a:t>College 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FE714-FA16-4755-97E7-03CB5BC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571750" cy="3048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2D3B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F3BF-09DC-496E-8102-7A2E055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6B6"/>
                </a:solidFill>
              </a:defRPr>
            </a:pPr>
            <a:r>
              <a:rPr sz="1650" b="1">
                <a:solidFill>
                  <a:srgbClr val="16A6B6"/>
                </a:solidFill>
              </a:rPr>
              <a:t>THE ASSET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6A6B6"/>
                </a:solidFill>
              </a:defRPr>
            </a:pPr>
            <a:r>
              <a:rPr sz="1650" b="1">
                <a:solidFill>
                  <a:srgbClr val="16A6B6"/>
                </a:solidFill>
              </a:rPr>
              <a:t>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723B4-8781-408D-A59D-19C40942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Buy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Assign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Maintain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768046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DDD81-48FB-4493-B900-34E00B2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1.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89927-36C2-4F6E-AB63-0F0F214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The problem and our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0C97-BF86-4871-AFDB-2E2FE89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7302A-C195-4436-B8A6-206D3EE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5EDFC-31E3-430D-9BFB-0E3E5EA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D63FF"/>
                </a:solidFill>
              </a:defRPr>
            </a:pPr>
            <a:r>
              <a:rPr sz="1950" b="1">
                <a:solidFill>
                  <a:srgbClr val="6D63FF"/>
                </a:solidFill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C8B80-D93B-4765-9E79-7990C3FC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1EA0B-E029-410F-82D9-C079EBD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Asset records are spread across files and emails.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57955-DEDB-4D71-8DB0-AFCACED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8F405-D3B9-49CA-8196-6E0E087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Approvals are difficult to track.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8402E-5D6A-4505-B84E-E8CE919E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0B6F4-F03B-484C-BE6E-45B257C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Employees cannot easily see or request assets.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BC095-5771-48C8-AFAC-BCDE68F6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74AF5-B2AE-4F1E-A83C-C1046DB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193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Our 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8E626-287E-4D94-AEF7-8F77045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34671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AssetFlow keeps company assets, people, requests, maintenance, and history in one secure workspace.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FDC2-E588-4719-AEEC-08779A5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574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0EB6-E2F3-4BA6-89B8-627F037C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4D8A5-4345-406E-A818-442C16B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352118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8B1BD-317B-4052-A8A5-3BB0E59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2. USERS AND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D0B26-4F05-4D98-A12C-97BD058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Each user gets the right level of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EF367-E3A3-48DD-9C85-081EF92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3A8C7-0C3B-4CED-94C1-209C12BD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607C9-0CF4-40E7-A4D3-71CE950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F5AED-DAFD-4566-B938-D967352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Super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706CB-D3D8-4490-8B0E-5C8490B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Creates companies.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Manages the platform.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Cannot manage company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2FC2B-CA6B-407C-9EFC-E03F73BF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BDC80-8AE4-4C66-B538-FA20DF7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04258-16CC-495E-8851-63C242F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Company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EA937-B0CD-40AB-A849-60483CD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Manages one company.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Creates employees and assets.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Approves lifecycle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240ED-6E76-4684-80BC-B2EE1B9C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13617-F1BD-4CF7-8F3D-60780B6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3FD1-C3DF-4293-9A75-134E98C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Employee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51E59-FCDB-4609-AD60-18C41B92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Sees own assets.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Requests or returns assets.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Reports maintenance issues.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64FCC-1535-4949-B987-695C5CC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C3AAD-464C-4DB4-A3A0-3258B85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C252D-EA7F-430F-AF45-DA740D8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713564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00986-CF7E-4A9D-9DD6-B464C2E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3. 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9500-0DD7-4EFF-9912-332B7716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How the main parts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B8D07-0424-4ED4-8A75-AB08912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ED497-4C89-4502-924C-56A1C807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01047-2A93-4478-BCE2-D0658053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2244D-F911-4BE5-AD5C-38036F3A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60B2D-D5AC-4BA3-96C0-E3A785E8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1430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89603-3760-455A-8BAC-580DD32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E1BEE-5C32-4AF8-A09D-6188F39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D7C55-07CF-4A73-B09F-2867326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C6B08-5B5B-4029-985C-C3DCD9D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React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5CF8C-1EF3-48A8-8116-18C3CA0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EBDF4-D579-4237-9965-B47D5AE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8606-BAEE-42B6-85D0-AB9A77B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4EF65-28C8-473F-B66B-51333104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Auth + Eureka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B20D3-AC38-4511-B671-A00A0F6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31D8B-EA28-432A-A2B0-82249EC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Company + Asset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DA0D2-097A-4666-84BC-A2607E1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C6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1DCFE-C23B-4974-AA20-EDC1C0C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748E7-801D-4D68-8A3D-7A012BF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C6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D02D9-2524-4881-959B-15542AB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32F4B-DAD7-498A-BB78-5DFB45B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748D"/>
                </a:solidFill>
              </a:defRPr>
            </a:pPr>
            <a:r>
              <a:rPr sz="1650" b="1">
                <a:solidFill>
                  <a:srgbClr val="66748D"/>
                </a:solidFill>
              </a:rPr>
              <a:t>JWT security • Service discovery • Tenant isolation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51A5F-6002-496A-BD45-C8AC7A7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D112F-369E-49EC-A939-63F42E8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030288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2B514-3070-4736-9D8F-8040E42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4. BUSINESS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EA010-A993-40D7-A030-7082B15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The asset moves through clear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5756B-4DF3-4ACA-A339-5B41BA0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816DF-FB24-4C9F-A9C0-2E8A573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C2FC-6F64-4101-B55B-DBFC4E8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ABBEE-98C7-4BB0-956C-787B74FE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E60CF-114E-45BA-845C-E9173149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BAEB-C35E-43DD-A0A2-C203BBEB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2F084-E9A7-45F3-988C-820F6BEE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E01A0-53F3-4568-9A2E-24828A68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A1308-5403-49BD-9A71-255BA51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92F0-F2AE-4FCF-9B6B-23F211F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Purchase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446B3-C234-4A35-949C-F0CADCC9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E8BF5-ECD5-47E8-A250-3FE9F40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16BD-65A8-4EA9-B8E8-840B1CC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39A03-D9BB-41A8-AC07-C3D002B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975FA-1CE5-4F84-AAD4-075DA64C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6BAD5-2B61-416B-AF92-C95248B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Allocation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E7AF0-B5DD-4078-924E-49F43132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F8CF9-9CE9-449D-B4A8-017F740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3E613-FEC7-4C87-99F7-92F9323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Maintenance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82617-9009-46A9-B1F9-061AF9B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DDDD2-6AFD-4507-BA62-1039722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80C6C-4CFE-455C-896C-55E02CAD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Return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28897-CD67-4B2E-A776-0F9EC1A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Every important action updates the status, sends a notification, and creates an audit record.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1163A-0C6C-439C-AD24-6F668EC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FC1C8-92DC-47EB-A778-A5FA9AF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006982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5A8D0-8B54-4FB7-8D74-53E850C5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5. FRONTEND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ADB31-2263-4D21-8328-07313CD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What happens when a user clicks Save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42DDB-B642-431C-8548-0FFF304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BC71-A582-4813-9B89-82284D8E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00FF4-790E-4697-BB8D-8566273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14ABA-17F2-4451-8474-DFF7A23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1.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118E1-7C74-49E1-9D8F-A4470D46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User enters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EE577-884B-42E4-A737-84110E3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4587-E490-4F5F-9531-023D61C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F9C2-3594-430F-93E2-35A51C1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2.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8982F-E732-4EAA-9504-8D416A5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The form checks the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DAFCC-A2FB-453A-8223-9190B002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3086A-4AE4-4A58-AA55-D8AD44B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D61EC-E618-4D84-BD3A-DFEE29B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3. API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2C900-DBAD-4DBF-A015-100DA08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Axios sends the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605E8-3252-44BA-9104-17651DE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2A7E9-6CB6-4638-B1D0-DBD0056E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01C4D-FD91-4CA2-A027-68DCFE8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4.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07D6B-3C5C-4E58-ACEA-0AE7DF0B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The service saves and returns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0E1B7-B983-4D7A-A910-84D17E5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FCDD-D4A0-4974-8443-1C53ECF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The table refreshes and the user sees the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718E3-C1DF-4790-8249-E3EB418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443FA-366D-421E-841F-236B818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845889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09449-B8C3-4961-BEBC-73C0C08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6. MY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A2C80-82FB-40EE-8E22-EDAA85B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What I worked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89DA6-956E-4267-8AC5-C0B51A9E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74378-00CB-4BEB-8A5E-6C4755DC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04641-ABE8-4DE4-8020-A6D7A71F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1118F-A4CA-4A14-B64E-BFA19AB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Connected the React frontend to the Spring Boot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E042B-E21C-4053-8A57-32A7CB75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7BFD5-9CEA-463F-B8B6-0AE92FF0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Built employee and asset CRUD screens.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92DA9-1315-4357-8BC4-C227935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AF308-A87F-4D32-8A6A-4D0617D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Connected allocation, request, maintenance, transfer, and return 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E333D-3F17-46E4-ABAF-2D24C3A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15137-4B77-47F0-A2F8-A1A5AD1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Added validation, notifications, audit logs, and tenant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5C4F7-2748-4B9A-A462-2921BF3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A126-7B0C-410A-A8FE-752540A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Tested the complete workflow in the browser.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6C563-CF5B-4176-A54F-33FDD05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FB85B-2D63-4BF4-8B90-C4040B89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585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6AE73-EBC5-4B21-9477-A504B26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7. PROJECT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A4E1-D272-4BEE-92CB-34FB0367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We built and checked one working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B4A9D-B57B-49F3-8FE6-145016F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34FFC-FDDC-4818-BC89-4B8CD8E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9FCA7-CAAF-4596-BFC1-5EEA9587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DD597-4DFE-49EE-A5FA-4E07E7F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1F39-A786-4DF3-9233-94F4CBA3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Architecture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Database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Login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BED1C-F8FA-4D85-976A-AF629BB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1BCC2-8EB2-4FCC-9C30-641D354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75799-20D3-4DFE-BA35-1107F18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9445A-4D34-4DCC-B800-1A0BDA7E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Companies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Employees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Basic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81CD2-353B-492D-B4DE-CBCD40B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2773C-0893-4B4E-AF7D-2C61912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AD5F4-103E-4986-83F0-B5A4655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AFADA-23F7-4F9D-A93E-AA367764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Assets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Lifecycle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Reports and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69F59-2353-4B52-BBDA-D3DB2541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53F87-6CE8-43DE-BA9E-1BF3D3D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Plan → Build → Run → Fix → Test again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C78C7-A7AF-46E9-9263-81BDF07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505F5-60F9-40BC-85F3-45C3F4F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884372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267FC-C4FB-4591-8ED2-A36AD44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8. TESTING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4C192-9F72-462B-BEA9-6A7E726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We tested the project at different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65D92-7D18-4389-B610-3F678E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FA2D0-91F4-452A-8FE1-EE99F49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4A3F5-F7BD-47D4-8CAC-1CB8469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0C89F-CF43-404C-9968-890B190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Build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F9DAA-9758-4C5B-92E4-5E3100D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Maven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Frontend build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ESLint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7DE87-0493-4B76-9295-749C606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E7BE-ABAA-496A-9306-1006399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9231B-036C-4E82-AEDD-9A7E7B7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API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B5BAD-6C15-4A43-AA9C-B6BF593A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Login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CRUD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Tenant isolation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4993B-313B-4990-8A38-8291D38D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4683E-DE5B-4C64-978C-0E24625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38404-E75C-45F7-A57D-876C9877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Browser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96F4D-57FB-46E6-893E-18930B8D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Admin login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Employee login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6CA3F-62A1-4EA5-AA7E-765A1ED5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D865D-741E-43FB-B8D6-8CE129C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209550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2EB05-3744-427A-A710-36F2C9F6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62200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B4CEF-F79E-4899-85B6-B7862DB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76550"/>
            <a:ext cx="1514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Allocate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Transfer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EEEE3-6351-40F5-9344-D32008B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4872F-79C6-43DA-BC61-CAC3BBF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Result: 9 out of 9 business tests passed.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F0240-B19E-413E-8D1A-5AA36A0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7F33F-A2E4-4C73-B02B-C6D638A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336031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F729-42AC-4C79-938C-599F2E7F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9. FUTURE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10E23-F447-4B34-A950-DEE55E8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Useful improvements for a real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6EE5-F7E2-411D-A385-0D3886D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9D546-D937-4AD0-9E8F-7577F5D3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22051-15F6-42C8-B48E-F7048E7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36FCE-8B9D-45AE-BF23-488EDBA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Deploy with Docker and CI/CD.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12808-2BAB-44AB-A212-AF5BF83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D0FD-47E6-4CD5-A135-60B75DD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 monitoring, backups, and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D9052-E3EA-4844-90BE-72400AC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E573B-3F5A-40A9-83F4-B66ED51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Test with large data and many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8995-66D7-4A47-ADB7-49A2B86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8F5C7-6813-44B4-9CAC-E3C892EF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Enable live Gemini answers with an API key.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84CAC-28F5-4897-AFC0-E4838D2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F6C41-82DD-4D4D-BE31-8C792DD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 more report formats and scheduled emails.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F5F1C-43BE-4AEE-ABF2-9042DF2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14C88-6346-4869-BFCE-FF927B6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591600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7AFCA-C3F2-4A2D-9C5B-C5AB394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10. 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ACFC6-FE5B-4104-96A6-BF48F6C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What this project taught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1F229-E926-40AE-8026-CF9F4C5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4A5CB-64FC-49C3-9919-04EA010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759A-8724-4BD3-954C-15F7C1B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7443C-8326-402E-A31F-EC34176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 large system needs clear API contracts.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D2E18-A776-429C-9D88-BD8EEEF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43197-DFC8-484A-8F03-6EC60BA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Security must be checked in the backend.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19AE0-83FB-48CF-9C9F-AAD5330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75E80-BE11-4263-BBC4-A2D9171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 working page is not enough; the full workflow must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BEE2-14DF-451F-9F88-D144F18E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EFCC9-B304-40F9-845D-68DB07FD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Automated tests save time when features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85DC-24CC-4389-841C-F67C484B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E7E63-7D88-48D7-86E2-904C2A0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Team collaboration and debugging are important skills.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FE25F-984F-4EB7-9EB9-242C9E6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A228-1794-4B76-BC18-A6C67A7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832370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B8A71-3BA0-4E00-84C5-3343D1FC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06B29-C9C2-456D-A286-5A49BC0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AEB7FF"/>
                </a:solidFill>
              </a:defRPr>
            </a:pPr>
            <a:r>
              <a:rPr sz="2250" b="1">
                <a:solidFill>
                  <a:srgbClr val="AEB7FF"/>
                </a:solidFill>
              </a:rPr>
              <a:t>AssetFlow makes every asset accountable.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8C775-8747-4725-8805-0ADFFEF9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8E0F2"/>
                </a:solidFill>
              </a:defRPr>
            </a:pPr>
            <a:r>
              <a:rPr sz="2100" b="0">
                <a:solidFill>
                  <a:srgbClr val="D8E0F2"/>
                </a:solidFill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D27C-F4F2-4832-A655-DE4A4F0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6B6"/>
                </a:solidFill>
              </a:defRPr>
            </a:pPr>
            <a:r>
              <a:rPr sz="1350" b="1">
                <a:solidFill>
                  <a:srgbClr val="16A6B6"/>
                </a:solidFill>
              </a:rPr>
              <a:t>React • Spring Boot • MySQL</a:t>
            </a:r>
          </a:p>
        </p:txBody>
      </p:sp>
    </p:spTree>
    <p:extLst>
      <p:ext uri="{BB962C8B-B14F-4D97-AF65-F5344CB8AC3E}">
        <p14:creationId xmlns:p14="http://schemas.microsoft.com/office/powerpoint/2010/main" val="88285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2026-08-07T08:45:05.7330000Z</dcterms:created>
  <dcterms:modified xsi:type="dcterms:W3CDTF">2026-08-07T08:45:05.7340000Z</dcterms:modified>
</coreProperties>
</file>